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every feature of TKD ARENA — the tournament management system for taekwondo (WT) events. We cover coach-side tools, organizer tools, and how data moves from coach to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points first, then show how the system removes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roles: coach (chapter) and organizer (federation). Everything else in the deck maps to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flow: coach builds the roster, enrolls athletes into a published event (an order is created), submits a GCash proof. The organizer reviews the proof and approves — athletes become confirmed. The coach sees the approval and a receipt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Event-day flow: approved athletes are grouped into divisions, the organizer generates a fair random-draw bracket, results are entered live, winners advance automatically, and coaches see everything update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trust: security, reliability, and a support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Taekwondo Tournament Manager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Overview for Federation Partners &amp; Chapter Coaches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9640" y="1371600"/>
            <a:ext cx="3108960" cy="2743200"/>
          </a:xfrm>
          <a:prstGeom prst="rect">
            <a:avLst>
              <a:gd name="adj" fmla="val 1667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54964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3252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logo / hero screenshot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for chapters, coaches, and tournament organizers.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TKD ARENA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5544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problems we replace: spreadsheets, inbox receipts, paper forms.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4871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for Coaches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0" y="24871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onboarding, roster, event registration, payments, live brackets.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1985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for Organizers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341985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divisions, approvals, brackets &amp; results, analytics.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5254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3525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Coach → Organizer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35254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registrations, payments, and results travel through the system.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2852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2852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Support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52852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control, reliability, backups, and how to reach us.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TKD ARENA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5E6E4"/>
          </a:solidFill>
          <a:ln w="12700">
            <a:solidFill>
              <a:srgbClr val="B02A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 tracked in spreadsheets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receipts pile up in inboxes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forms and manual bracket draws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view of brackets or results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re-enter athlete data for every event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E4EFE4"/>
          </a:solidFill>
          <a:ln w="12700">
            <a:solidFill>
              <a:srgbClr val="113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TKD ARENA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 app for chapters and organizers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Paperless approvals and payments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Automatic, fair bracket generation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brackets and results for everyone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roster reused across every tournament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roles, one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130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side — manages the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manage the chapter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athlete roster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teams and pay once per event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live brackets and results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B02A29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 side — runs the tournaments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chapters and payments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publish events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divisions from WT rules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live brackets and record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Onboarding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with your email — secure login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your chapter: name, province, city, GCash number, logo, head coach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goes to the organizer for approval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approved, your chapter is auto-linked to your account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approval status from your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Register your chapter 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permanent roster of your athletes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gender, birth year, weight, and belt level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can transfer between chapters with membership history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roster reused across every tournament — no re-typing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Athlete roster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Registration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published tournaments: date, venue, fee, deadline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auto-computes eligible divisions from WT age, weight, and belt rules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multiple athletes in one submission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order per event per chapter — one payment for the whole team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Event enrollment 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Receipts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once per event via GCash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reference number + screenshot proof of transfer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status: pending → paid → approved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receipt number for every approved payment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Rejections come with a reason — fix and resubmit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Payment submission screen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Brackets &amp; Notifications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live brackets for every division you entered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Brackets auto-refresh — no manual reload needed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bell for approvals, rejections, and updates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your athletes through every round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Live bracket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Divisions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tournaments: name, venue, date, entry fee, image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divisions from WT age groups, weight classes, and belts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Weight-class table reused across age bands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when ready — coaches see it immediately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Event setup / division config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queue for pending chapter applications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with a reason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queue for payment proofs — view the screenshot, then approve or reject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athletes are automatically confirmed for the event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Approval queue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Brackets &amp;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fair, random-draw brackets per division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Byes handled automatically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results live — winners advance automatically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or export brackets as PDF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see updates instantly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Division brackets with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Oversight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KPIs: pending chapters, payments, published events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Page-view analytics with unique visitor counts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signups, athletes added, orders, and payment outcomes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place — no spreadsheets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Analytics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· COACH → ORGANIZER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Payment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9842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builds roster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44144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athletes to the chapter roster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70248" y="19842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enrolls athletes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70248" y="244144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created for the event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6002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82128" y="19842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submits payment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2128" y="244144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GCash reference + proof screenshot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63016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reviews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08736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proof in approval queue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70248" y="363016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approves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70248" y="408736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confirmed for the event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363016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sees approval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82128" y="408736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 + receipt number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67328" y="230886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79208" y="230886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3035808"/>
            <a:ext cx="0" cy="210312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67328" y="395478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79208" y="395478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983480"/>
            <a:ext cx="11091672" cy="1234440"/>
          </a:xfrm>
          <a:prstGeom prst="rect">
            <a:avLst>
              <a:gd name="adj" fmla="val 3704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48640" y="5378501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671109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Order → payment → approval timeline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· COACH → ORGANIZER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Day — Brackets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9842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grouped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44144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entries matched to divisions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70248" y="19842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generated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70248" y="244144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random draw per division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6002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82128" y="19842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published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2128" y="244144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for coaches to 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63016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entered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08736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records match winners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70248" y="363016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advance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70248" y="408736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updates automatically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13047"/>
          </a:solidFill>
          <a:ln w="19050">
            <a:solidFill>
              <a:srgbClr val="B02A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363016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crowned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82128" y="4087368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see final results 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67328" y="230886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79208" y="230886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3035808"/>
            <a:ext cx="0" cy="210312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67328" y="395478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79208" y="3954780"/>
            <a:ext cx="374904" cy="0"/>
          </a:xfrm>
          <a:prstGeom prst="line">
            <a:avLst/>
          </a:prstGeom>
          <a:noFill/>
          <a:ln w="31750">
            <a:solidFill>
              <a:srgbClr val="B02A2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983480"/>
            <a:ext cx="11091672" cy="1234440"/>
          </a:xfrm>
          <a:prstGeom prst="rect">
            <a:avLst>
              <a:gd name="adj" fmla="val 3704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48640" y="5378501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671109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Live bracket with results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B02A2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Reliability &amp; Support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669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— coaches and organizers only, no public access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 with Clerk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protect against abuse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proofs stored securely in the cloud (Cloudinary)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backups with point-in-time recovery (Neon)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1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for onboarding, training, and support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80560"/>
          </a:xfrm>
          <a:prstGeom prst="rect">
            <a:avLst>
              <a:gd name="adj" fmla="val 1020"/>
            </a:avLst>
          </a:prstGeom>
          <a:solidFill>
            <a:srgbClr val="F3EAD3"/>
          </a:solidFill>
          <a:ln w="15875">
            <a:solidFill>
              <a:srgbClr val="B9A97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20840" y="303397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PLACEHOLDER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332658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/ contact 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 ARENA · Taekwondo Tournament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2026-08-18T14:11:28Z</dcterms:created>
  <dcterms:modified xsi:type="dcterms:W3CDTF">2026-08-18T14:11:28Z</dcterms:modified>
</cp:coreProperties>
</file>